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Dynamic Weather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Aditya Chauhan</a:t>
            </a:r>
          </a:p>
          <a:p>
            <a:r>
              <a:t>Birla Institute of Applied Sciences</a:t>
            </a:r>
          </a:p>
          <a:p>
            <a:r>
              <a:t>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often need real-time, location-based weather updates in a simple and quick interface.</a:t>
            </a:r>
          </a:p>
          <a:p>
            <a:r>
              <a:t>Most existing apps are heavy or overloaded with features.</a:t>
            </a:r>
          </a:p>
          <a:p>
            <a:r>
              <a:t>This project provides a lightweight dashboard that shows weather details like temperature, conditions, and forecasts.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Development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Frontend Technologies:</a:t>
            </a:r>
          </a:p>
          <a:p>
            <a:r>
              <a:t>• HTML – Structure of the webpage</a:t>
            </a:r>
          </a:p>
          <a:p>
            <a:r>
              <a:t>• CSS – Styling and responsiveness</a:t>
            </a:r>
          </a:p>
          <a:p>
            <a:r>
              <a:t>• JavaScript – Dynamic interactivity</a:t>
            </a:r>
          </a:p>
          <a:p>
            <a:endParaRPr/>
          </a:p>
          <a:p>
            <a:r>
              <a:t>APIs Used:</a:t>
            </a:r>
          </a:p>
          <a:p>
            <a:r>
              <a:t>• OpenWeatherMap API – Real-time weather data</a:t>
            </a:r>
          </a:p>
          <a:p>
            <a:r>
              <a:t>• Geolocation API – Auto-detect user’s location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Get user location using Geolocation API.</a:t>
            </a:r>
          </a:p>
          <a:p>
            <a:r>
              <a:t>2. Fetch weather data from OpenWeatherMap API.</a:t>
            </a:r>
          </a:p>
          <a:p>
            <a:r>
              <a:t>3. Display temperature, humidity, and forecast.</a:t>
            </a:r>
          </a:p>
          <a:p>
            <a:r>
              <a:t>4. Allow city search if location is denied.</a:t>
            </a:r>
          </a:p>
          <a:p>
            <a:r>
              <a:t>5. Deploy using GitHub Pages / Netlify / Vercel.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Automatic location detection</a:t>
            </a:r>
          </a:p>
          <a:p>
            <a:r>
              <a:t>• Display temperature, humidity, pressure, wind</a:t>
            </a:r>
          </a:p>
          <a:p>
            <a:r>
              <a:t>• Forecast view</a:t>
            </a:r>
          </a:p>
          <a:p>
            <a:r>
              <a:t>• Sunrise &amp; sunset times</a:t>
            </a:r>
          </a:p>
          <a:p>
            <a:r>
              <a:t>• Responsive design</a:t>
            </a:r>
          </a:p>
          <a:p>
            <a:r>
              <a:t>• City search fallback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Screenshots / Demo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9AFA1B-A75E-1777-7475-41B46AF5A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490" y="1203712"/>
            <a:ext cx="4938081" cy="240472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7088E0-1D89-5178-27D5-B8617818A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11" y="3726608"/>
            <a:ext cx="4773560" cy="24475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943CFC-A4A4-5BEE-3F80-3B12FEC21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6571" y="3429000"/>
            <a:ext cx="4117429" cy="299431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C002BA-934C-3764-6AF1-FD4BF5B4C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1600" y="0"/>
            <a:ext cx="359347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&amp; Repository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GitHub Repository:</a:t>
            </a:r>
          </a:p>
          <a:p>
            <a:r>
              <a:rPr dirty="0"/>
              <a:t>https://github.com/aditya08chauhan/Weather-App</a:t>
            </a:r>
          </a:p>
          <a:p>
            <a:endParaRPr dirty="0"/>
          </a:p>
          <a:p>
            <a:r>
              <a:rPr dirty="0"/>
              <a:t>Live Deployment:</a:t>
            </a:r>
          </a:p>
          <a:p>
            <a:r>
              <a:rPr dirty="0"/>
              <a:t>https://aditya08chauhan.github.io/Weather-App/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Real-time weather updates</a:t>
            </a:r>
          </a:p>
          <a:p>
            <a:r>
              <a:t>• Location-based detection + search option</a:t>
            </a:r>
          </a:p>
          <a:p>
            <a:r>
              <a:t>• Clean, mobile-friendly interface</a:t>
            </a:r>
          </a:p>
          <a:p>
            <a:r>
              <a:t>• Successfully deployed and working online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API rate limits – handled with efficient API calls</a:t>
            </a:r>
          </a:p>
          <a:p>
            <a:r>
              <a:t>• Geolocation denial – added manual city search fallback</a:t>
            </a:r>
          </a:p>
          <a:p>
            <a:r>
              <a:t>• Responsive design – fixed with CSS media queries</a:t>
            </a:r>
          </a:p>
          <a:p>
            <a:r>
              <a:t>• Cross-browser testing – ensured compatibility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 7-day detailed forecast &amp; graphs</a:t>
            </a:r>
          </a:p>
          <a:p>
            <a:r>
              <a:t>• Weather alerts &amp; push notifications</a:t>
            </a:r>
          </a:p>
          <a:p>
            <a:r>
              <a:t>• Map view with weather overlays</a:t>
            </a:r>
          </a:p>
          <a:p>
            <a:r>
              <a:t>• Dark mode toggle</a:t>
            </a:r>
          </a:p>
          <a:p>
            <a:r>
              <a:t>• Support for multiple languages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provides a lightweight and cost-free weather solution.</a:t>
            </a:r>
          </a:p>
          <a:p>
            <a:r>
              <a:t>It is useful for daily users and travelers, providing real-time and accurate data.</a:t>
            </a:r>
          </a:p>
          <a:p>
            <a:r>
              <a:t>Deployed successfully, it demonstrates the power of APIs and responsive web design.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OpenWeatherMap API Documentation</a:t>
            </a:r>
          </a:p>
          <a:p>
            <a:r>
              <a:t>• Geolocation API Documentation</a:t>
            </a:r>
          </a:p>
          <a:p>
            <a:r>
              <a:t>• GitHub: https://github.com/aditya08chauhan/Weather-App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362</Words>
  <Application>Microsoft Office PowerPoint</Application>
  <PresentationFormat>On-screen Show (4:3)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Dynamic Weather Dashboard</vt:lpstr>
      <vt:lpstr>Problem Statement</vt:lpstr>
      <vt:lpstr>System Development Approach</vt:lpstr>
      <vt:lpstr>Algorithm &amp; Deployment</vt:lpstr>
      <vt:lpstr>Features</vt:lpstr>
      <vt:lpstr>Screenshots / Demo</vt:lpstr>
      <vt:lpstr>Live &amp; Repository Links</vt:lpstr>
      <vt:lpstr>Results / Observations</vt:lpstr>
      <vt:lpstr>Challenges &amp; Solutions</vt:lpstr>
      <vt:lpstr>Future Scope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Aditya Chauhan</cp:lastModifiedBy>
  <cp:revision>2</cp:revision>
  <dcterms:created xsi:type="dcterms:W3CDTF">2013-01-27T09:14:16Z</dcterms:created>
  <dcterms:modified xsi:type="dcterms:W3CDTF">2025-09-28T06:34:11Z</dcterms:modified>
  <cp:category/>
</cp:coreProperties>
</file>